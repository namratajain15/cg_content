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7" r:id="rId4"/>
  </p:sldMasterIdLst>
  <p:notesMasterIdLst>
    <p:notesMasterId r:id="rId6"/>
  </p:notesMasterIdLst>
  <p:handoutMasterIdLst>
    <p:handoutMasterId r:id="rId7"/>
  </p:handoutMasterIdLst>
  <p:sldIdLst>
    <p:sldId id="257" r:id="rId5"/>
  </p:sldIdLst>
  <p:sldSz cx="9144000" cy="8280400"/>
  <p:notesSz cx="6797675" cy="9874250"/>
  <p:custDataLst>
    <p:tags r:id="rId8"/>
  </p:custDataLst>
  <p:defaultTextStyle>
    <a:defPPr>
      <a:defRPr lang="de-DE"/>
    </a:defPPr>
    <a:lvl1pPr algn="l" defTabSz="957108" rtl="0" fontAlgn="base">
      <a:spcBef>
        <a:spcPct val="0"/>
      </a:spcBef>
      <a:spcAft>
        <a:spcPct val="0"/>
      </a:spcAft>
      <a:defRPr sz="1899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77761" indent="-20635" algn="l" defTabSz="957108" rtl="0" fontAlgn="base">
      <a:spcBef>
        <a:spcPct val="0"/>
      </a:spcBef>
      <a:spcAft>
        <a:spcPct val="0"/>
      </a:spcAft>
      <a:defRPr sz="1899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57108" indent="-42856" algn="l" defTabSz="957108" rtl="0" fontAlgn="base">
      <a:spcBef>
        <a:spcPct val="0"/>
      </a:spcBef>
      <a:spcAft>
        <a:spcPct val="0"/>
      </a:spcAft>
      <a:defRPr sz="1899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434867" indent="-63490" algn="l" defTabSz="957108" rtl="0" fontAlgn="base">
      <a:spcBef>
        <a:spcPct val="0"/>
      </a:spcBef>
      <a:spcAft>
        <a:spcPct val="0"/>
      </a:spcAft>
      <a:defRPr sz="1899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914215" indent="-85711" algn="l" defTabSz="957108" rtl="0" fontAlgn="base">
      <a:spcBef>
        <a:spcPct val="0"/>
      </a:spcBef>
      <a:spcAft>
        <a:spcPct val="0"/>
      </a:spcAft>
      <a:defRPr sz="1899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630" algn="l" defTabSz="457126" rtl="0" eaLnBrk="1" latinLnBrk="0" hangingPunct="1">
      <a:defRPr sz="1899" kern="1200">
        <a:solidFill>
          <a:schemeClr val="tx1"/>
        </a:solidFill>
        <a:latin typeface="Arial" charset="0"/>
        <a:ea typeface="ＭＳ Ｐゴシック" charset="0"/>
        <a:cs typeface="+mn-cs"/>
      </a:defRPr>
    </a:lvl6pPr>
    <a:lvl7pPr marL="2742756" algn="l" defTabSz="457126" rtl="0" eaLnBrk="1" latinLnBrk="0" hangingPunct="1">
      <a:defRPr sz="1899" kern="1200">
        <a:solidFill>
          <a:schemeClr val="tx1"/>
        </a:solidFill>
        <a:latin typeface="Arial" charset="0"/>
        <a:ea typeface="ＭＳ Ｐゴシック" charset="0"/>
        <a:cs typeface="+mn-cs"/>
      </a:defRPr>
    </a:lvl7pPr>
    <a:lvl8pPr marL="3199882" algn="l" defTabSz="457126" rtl="0" eaLnBrk="1" latinLnBrk="0" hangingPunct="1">
      <a:defRPr sz="1899" kern="1200">
        <a:solidFill>
          <a:schemeClr val="tx1"/>
        </a:solidFill>
        <a:latin typeface="Arial" charset="0"/>
        <a:ea typeface="ＭＳ Ｐゴシック" charset="0"/>
        <a:cs typeface="+mn-cs"/>
      </a:defRPr>
    </a:lvl8pPr>
    <a:lvl9pPr marL="3657008" algn="l" defTabSz="457126" rtl="0" eaLnBrk="1" latinLnBrk="0" hangingPunct="1">
      <a:defRPr sz="1899" kern="1200">
        <a:solidFill>
          <a:schemeClr val="tx1"/>
        </a:solidFill>
        <a:latin typeface="Arial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5759" userDrawn="1">
          <p15:clr>
            <a:srgbClr val="A4A3A4"/>
          </p15:clr>
        </p15:guide>
        <p15:guide id="3" orient="horz" pos="690" userDrawn="1">
          <p15:clr>
            <a:srgbClr val="A4A3A4"/>
          </p15:clr>
        </p15:guide>
        <p15:guide id="4" pos="2880" userDrawn="1">
          <p15:clr>
            <a:srgbClr val="A4A3A4"/>
          </p15:clr>
        </p15:guide>
        <p15:guide id="5" pos="223" userDrawn="1">
          <p15:clr>
            <a:srgbClr val="A4A3A4"/>
          </p15:clr>
        </p15:guide>
        <p15:guide id="6" pos="5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2BFAF"/>
    <a:srgbClr val="ACB7B2"/>
    <a:srgbClr val="AF1C63"/>
    <a:srgbClr val="6A9529"/>
    <a:srgbClr val="00A0D6"/>
    <a:srgbClr val="0085B3"/>
    <a:srgbClr val="005B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0B4BA4-810A-4D46-8873-73DB04BB4C77}" v="2" dt="2023-02-21T07:22:41.1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-662"/>
      </p:cViewPr>
      <p:guideLst>
        <p:guide orient="horz"/>
        <p:guide pos="5759"/>
        <p:guide orient="horz" pos="690"/>
        <p:guide pos="2880"/>
        <p:guide pos="223"/>
        <p:guide pos="55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10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97675" cy="493713"/>
          </a:xfrm>
          <a:prstGeom prst="rect">
            <a:avLst/>
          </a:prstGeom>
        </p:spPr>
        <p:txBody>
          <a:bodyPr vert="horz" lIns="34625" tIns="34625" rIns="242374" bIns="34625" rtlCol="0" anchor="ctr"/>
          <a:lstStyle>
            <a:lvl1pPr algn="r" defTabSz="957756" fontAlgn="auto">
              <a:spcBef>
                <a:spcPts val="0"/>
              </a:spcBef>
              <a:spcAft>
                <a:spcPts val="0"/>
              </a:spcAft>
              <a:defRPr sz="1500" dirty="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wrap="square" lIns="87947" tIns="43973" rIns="87947" bIns="43973" numCol="1" anchor="b" anchorCtr="0" compatLnSpc="1">
            <a:prstTxWarp prst="textNoShape">
              <a:avLst/>
            </a:prstTxWarp>
          </a:bodyPr>
          <a:lstStyle>
            <a:lvl1pPr>
              <a:defRPr sz="800">
                <a:cs typeface="Arial" charset="0"/>
              </a:defRPr>
            </a:lvl1pPr>
          </a:lstStyle>
          <a:p>
            <a:r>
              <a:rPr lang="de-DE"/>
              <a:t>© 2012 Capgemini.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wrap="square" lIns="87947" tIns="43973" rIns="87947" bIns="43973" numCol="1" anchor="b" anchorCtr="0" compatLnSpc="1">
            <a:prstTxWarp prst="textNoShape">
              <a:avLst/>
            </a:prstTxWarp>
          </a:bodyPr>
          <a:lstStyle>
            <a:lvl1pPr algn="r">
              <a:defRPr sz="800">
                <a:cs typeface="Arial" charset="0"/>
              </a:defRPr>
            </a:lvl1pPr>
          </a:lstStyle>
          <a:p>
            <a:fld id="{9CE35E45-415E-E641-97BC-37AF95D9DACA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03123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5264" tIns="47632" rIns="95264" bIns="47632" rtlCol="0"/>
          <a:lstStyle>
            <a:lvl1pPr algn="l" defTabSz="957756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wrap="square" lIns="95264" tIns="47632" rIns="95264" bIns="47632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charset="0"/>
              </a:defRPr>
            </a:lvl1pPr>
          </a:lstStyle>
          <a:p>
            <a:fld id="{0744F492-1D04-8A43-B59A-804636477DFC}" type="datetimeFigureOut">
              <a:rPr lang="en-US"/>
              <a:pPr/>
              <a:t>5/27/2024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54138" y="741363"/>
            <a:ext cx="408940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264" tIns="47632" rIns="95264" bIns="47632" rtlCol="0" anchor="ctr"/>
          <a:lstStyle/>
          <a:p>
            <a:pPr lvl="0"/>
            <a:endParaRPr lang="de-DE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689475"/>
            <a:ext cx="5438775" cy="4443413"/>
          </a:xfrm>
          <a:prstGeom prst="rect">
            <a:avLst/>
          </a:prstGeom>
        </p:spPr>
        <p:txBody>
          <a:bodyPr vert="horz" lIns="95264" tIns="47632" rIns="95264" bIns="47632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5264" tIns="47632" rIns="95264" bIns="47632" rtlCol="0" anchor="b"/>
          <a:lstStyle>
            <a:lvl1pPr algn="l" defTabSz="957756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wrap="square" lIns="95264" tIns="47632" rIns="95264" bIns="47632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charset="0"/>
              </a:defRPr>
            </a:lvl1pPr>
          </a:lstStyle>
          <a:p>
            <a:fld id="{3395D905-7D9F-C848-B5AE-7AD799F159E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332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12665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1pPr>
    <a:lvl2pPr marL="455539" algn="l" defTabSz="912665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2665" algn="l" defTabSz="912665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69791" algn="l" defTabSz="912665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6917" algn="l" defTabSz="912665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5485" algn="l" defTabSz="9141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82" algn="l" defTabSz="9141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680" algn="l" defTabSz="9141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777" algn="l" defTabSz="91419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10.xml"/><Relationship Id="rId7" Type="http://schemas.openxmlformats.org/officeDocument/2006/relationships/image" Target="../media/image1.emf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oleObject" Target="../embeddings/oleObject2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.xml"/><Relationship Id="rId9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7" y="4"/>
          <a:ext cx="146539" cy="191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3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" y="4"/>
                        <a:ext cx="146539" cy="1916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8831935" y="8058332"/>
            <a:ext cx="100990" cy="991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lvl1pPr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57263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57263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57263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57263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fld id="{1350D5BE-1927-F740-AE72-C1CE53F00324}" type="slidenum">
              <a:rPr lang="en-US" sz="644">
                <a:solidFill>
                  <a:schemeClr val="tx2"/>
                </a:solidFill>
              </a:rPr>
              <a:pPr algn="ctr"/>
              <a:t>‹#›</a:t>
            </a:fld>
            <a:endParaRPr lang="en-US" sz="644">
              <a:solidFill>
                <a:schemeClr val="tx2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223501" y="7996723"/>
            <a:ext cx="2455985" cy="22234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33229" tIns="33229" rIns="33229" bIns="33229" anchor="b"/>
          <a:lstStyle/>
          <a:p>
            <a:pPr algn="r" defTabSz="918640" eaLnBrk="0" hangingPunct="0">
              <a:lnSpc>
                <a:spcPct val="90000"/>
              </a:lnSpc>
              <a:spcBef>
                <a:spcPct val="10000"/>
              </a:spcBef>
            </a:pPr>
            <a:r>
              <a:rPr lang="en-US" sz="644" dirty="0">
                <a:solidFill>
                  <a:schemeClr val="tx2"/>
                </a:solidFill>
                <a:cs typeface="Helvetica Light" charset="0"/>
              </a:rPr>
              <a:t>Copyright © Capgemini 2020. All Rights Reserved</a:t>
            </a:r>
          </a:p>
        </p:txBody>
      </p:sp>
      <p:graphicFrame>
        <p:nvGraphicFramePr>
          <p:cNvPr id="10" name="Object 1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7" y="4"/>
          <a:ext cx="146539" cy="191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60" imgH="360" progId="">
                  <p:embed/>
                </p:oleObj>
              </mc:Choice>
              <mc:Fallback>
                <p:oleObj name="think-cell Slide" r:id="rId8" imgW="360" imgH="360" progId="">
                  <p:embed/>
                  <p:pic>
                    <p:nvPicPr>
                      <p:cNvPr id="10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" y="4"/>
                        <a:ext cx="146539" cy="1916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pic>
        <p:nvPicPr>
          <p:cNvPr id="11" name="Picture 2" descr="Capgemini logo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172242" y="247544"/>
            <a:ext cx="1776047" cy="6900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59661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5.xml"/><Relationship Id="rId11" Type="http://schemas.openxmlformats.org/officeDocument/2006/relationships/image" Target="../media/image2.png"/><Relationship Id="rId5" Type="http://schemas.openxmlformats.org/officeDocument/2006/relationships/tags" Target="../tags/tag4.xml"/><Relationship Id="rId10" Type="http://schemas.openxmlformats.org/officeDocument/2006/relationships/image" Target="../media/image1.emf"/><Relationship Id="rId4" Type="http://schemas.openxmlformats.org/officeDocument/2006/relationships/tags" Target="../tags/tag3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7" y="4"/>
          <a:ext cx="146539" cy="191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60" imgH="360" progId="">
                  <p:embed/>
                </p:oleObj>
              </mc:Choice>
              <mc:Fallback>
                <p:oleObj name="think-cell Slide" r:id="rId9" imgW="360" imgH="360" progId="">
                  <p:embed/>
                  <p:pic>
                    <p:nvPicPr>
                      <p:cNvPr id="1026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" y="4"/>
                        <a:ext cx="146539" cy="1916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Title Placeholder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0" y="9"/>
            <a:ext cx="9144000" cy="1209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297529" tIns="33059" rIns="165294" bIns="3305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298939" y="1813259"/>
            <a:ext cx="8711712" cy="5598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108000" tIns="72000" rIns="72000" bIns="72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</a:t>
            </a:r>
          </a:p>
          <a:p>
            <a:pPr lvl="1"/>
            <a:r>
              <a:rPr lang="en-US"/>
              <a:t>Text style level 2</a:t>
            </a:r>
          </a:p>
          <a:p>
            <a:pPr lvl="2"/>
            <a:r>
              <a:rPr lang="en-US"/>
              <a:t>Text style level 3</a:t>
            </a:r>
          </a:p>
          <a:p>
            <a:pPr lvl="3"/>
            <a:r>
              <a:rPr lang="en-US"/>
              <a:t>Text style level 4</a:t>
            </a: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8831935" y="8058332"/>
            <a:ext cx="100990" cy="991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lvl1pPr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57263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57263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57263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57263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fld id="{D5C7EE2D-2D84-6444-B6BD-5C0DECC263F1}" type="slidenum">
              <a:rPr lang="en-US" sz="644">
                <a:solidFill>
                  <a:schemeClr val="tx2"/>
                </a:solidFill>
              </a:rPr>
              <a:pPr algn="ctr"/>
              <a:t>‹#›</a:t>
            </a:fld>
            <a:endParaRPr lang="en-US" sz="644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223501" y="7996723"/>
            <a:ext cx="2455985" cy="22234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33229" tIns="33229" rIns="33229" bIns="33229" anchor="b"/>
          <a:lstStyle/>
          <a:p>
            <a:pPr algn="r" defTabSz="918640" eaLnBrk="0" hangingPunct="0">
              <a:lnSpc>
                <a:spcPct val="90000"/>
              </a:lnSpc>
              <a:spcBef>
                <a:spcPct val="10000"/>
              </a:spcBef>
            </a:pPr>
            <a:r>
              <a:rPr lang="en-US" sz="644" dirty="0">
                <a:solidFill>
                  <a:schemeClr val="tx2"/>
                </a:solidFill>
                <a:cs typeface="Helvetica Light" charset="0"/>
              </a:rPr>
              <a:t>Copyright © Capgemini 2020. All Rights Reserved</a:t>
            </a: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8831935" y="8058332"/>
            <a:ext cx="100990" cy="991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lvl1pPr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57263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57263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57263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57263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fld id="{1350D5BE-1927-F740-AE72-C1CE53F00324}" type="slidenum">
              <a:rPr lang="en-US" sz="644">
                <a:solidFill>
                  <a:schemeClr val="tx2"/>
                </a:solidFill>
              </a:rPr>
              <a:pPr algn="ctr"/>
              <a:t>‹#›</a:t>
            </a:fld>
            <a:endParaRPr lang="en-US" sz="644">
              <a:solidFill>
                <a:schemeClr val="tx2"/>
              </a:solidFill>
            </a:endParaRPr>
          </a:p>
        </p:txBody>
      </p:sp>
      <p:pic>
        <p:nvPicPr>
          <p:cNvPr id="17" name="Picture 2" descr="Capgemini logo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5851" y="7669239"/>
            <a:ext cx="1776047" cy="690034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</p:sldLayoutIdLst>
  <p:txStyles>
    <p:titleStyle>
      <a:lvl1pPr algn="l" defTabSz="842449" rtl="0" fontAlgn="base">
        <a:lnSpc>
          <a:spcPct val="85000"/>
        </a:lnSpc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+mj-lt"/>
          <a:ea typeface="ＭＳ Ｐゴシック" charset="0"/>
          <a:cs typeface="+mj-cs"/>
        </a:defRPr>
      </a:lvl1pPr>
      <a:lvl2pPr algn="l" defTabSz="842449" rtl="0" fontAlgn="base">
        <a:lnSpc>
          <a:spcPct val="85000"/>
        </a:lnSpc>
        <a:spcBef>
          <a:spcPct val="0"/>
        </a:spcBef>
        <a:spcAft>
          <a:spcPct val="0"/>
        </a:spcAft>
        <a:defRPr sz="2954">
          <a:solidFill>
            <a:schemeClr val="tx1"/>
          </a:solidFill>
          <a:latin typeface="Arial" charset="0"/>
          <a:ea typeface="ＭＳ Ｐゴシック" charset="0"/>
        </a:defRPr>
      </a:lvl2pPr>
      <a:lvl3pPr algn="l" defTabSz="842449" rtl="0" fontAlgn="base">
        <a:lnSpc>
          <a:spcPct val="85000"/>
        </a:lnSpc>
        <a:spcBef>
          <a:spcPct val="0"/>
        </a:spcBef>
        <a:spcAft>
          <a:spcPct val="0"/>
        </a:spcAft>
        <a:defRPr sz="2954">
          <a:solidFill>
            <a:schemeClr val="tx1"/>
          </a:solidFill>
          <a:latin typeface="Arial" charset="0"/>
          <a:ea typeface="ＭＳ Ｐゴシック" charset="0"/>
        </a:defRPr>
      </a:lvl3pPr>
      <a:lvl4pPr algn="l" defTabSz="842449" rtl="0" fontAlgn="base">
        <a:lnSpc>
          <a:spcPct val="85000"/>
        </a:lnSpc>
        <a:spcBef>
          <a:spcPct val="0"/>
        </a:spcBef>
        <a:spcAft>
          <a:spcPct val="0"/>
        </a:spcAft>
        <a:defRPr sz="2954">
          <a:solidFill>
            <a:schemeClr val="tx1"/>
          </a:solidFill>
          <a:latin typeface="Arial" charset="0"/>
          <a:ea typeface="ＭＳ Ｐゴシック" charset="0"/>
        </a:defRPr>
      </a:lvl4pPr>
      <a:lvl5pPr algn="l" defTabSz="842449" rtl="0" fontAlgn="base">
        <a:lnSpc>
          <a:spcPct val="85000"/>
        </a:lnSpc>
        <a:spcBef>
          <a:spcPct val="0"/>
        </a:spcBef>
        <a:spcAft>
          <a:spcPct val="0"/>
        </a:spcAft>
        <a:defRPr sz="2954">
          <a:solidFill>
            <a:schemeClr val="tx1"/>
          </a:solidFill>
          <a:latin typeface="Arial" charset="0"/>
          <a:ea typeface="ＭＳ Ｐゴシック" charset="0"/>
        </a:defRPr>
      </a:lvl5pPr>
      <a:lvl6pPr marL="421958" algn="l" defTabSz="842449" rtl="0" fontAlgn="base">
        <a:lnSpc>
          <a:spcPct val="85000"/>
        </a:lnSpc>
        <a:spcBef>
          <a:spcPct val="0"/>
        </a:spcBef>
        <a:spcAft>
          <a:spcPct val="0"/>
        </a:spcAft>
        <a:defRPr sz="2954">
          <a:solidFill>
            <a:schemeClr val="tx1"/>
          </a:solidFill>
          <a:latin typeface="Arial" charset="0"/>
          <a:ea typeface="ＭＳ Ｐゴシック" charset="0"/>
        </a:defRPr>
      </a:lvl6pPr>
      <a:lvl7pPr marL="843915" algn="l" defTabSz="842449" rtl="0" fontAlgn="base">
        <a:lnSpc>
          <a:spcPct val="85000"/>
        </a:lnSpc>
        <a:spcBef>
          <a:spcPct val="0"/>
        </a:spcBef>
        <a:spcAft>
          <a:spcPct val="0"/>
        </a:spcAft>
        <a:defRPr sz="2954">
          <a:solidFill>
            <a:schemeClr val="tx1"/>
          </a:solidFill>
          <a:latin typeface="Arial" charset="0"/>
          <a:ea typeface="ＭＳ Ｐゴシック" charset="0"/>
        </a:defRPr>
      </a:lvl7pPr>
      <a:lvl8pPr marL="1265874" algn="l" defTabSz="842449" rtl="0" fontAlgn="base">
        <a:lnSpc>
          <a:spcPct val="85000"/>
        </a:lnSpc>
        <a:spcBef>
          <a:spcPct val="0"/>
        </a:spcBef>
        <a:spcAft>
          <a:spcPct val="0"/>
        </a:spcAft>
        <a:defRPr sz="2954">
          <a:solidFill>
            <a:schemeClr val="tx1"/>
          </a:solidFill>
          <a:latin typeface="Arial" charset="0"/>
          <a:ea typeface="ＭＳ Ｐゴシック" charset="0"/>
        </a:defRPr>
      </a:lvl8pPr>
      <a:lvl9pPr marL="1687831" algn="l" defTabSz="842449" rtl="0" fontAlgn="base">
        <a:lnSpc>
          <a:spcPct val="85000"/>
        </a:lnSpc>
        <a:spcBef>
          <a:spcPct val="0"/>
        </a:spcBef>
        <a:spcAft>
          <a:spcPct val="0"/>
        </a:spcAft>
        <a:defRPr sz="2954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152373" indent="-152373" algn="l" defTabSz="842449" rtl="0" fontAlgn="base">
        <a:lnSpc>
          <a:spcPct val="90000"/>
        </a:lnSpc>
        <a:spcBef>
          <a:spcPct val="0"/>
        </a:spcBef>
        <a:spcAft>
          <a:spcPts val="554"/>
        </a:spcAft>
        <a:buClr>
          <a:srgbClr val="0098C7"/>
        </a:buClr>
        <a:buFont typeface="Wingdings" charset="0"/>
        <a:buChar char="§"/>
        <a:defRPr sz="2030" kern="1200">
          <a:solidFill>
            <a:srgbClr val="4E4641"/>
          </a:solidFill>
          <a:latin typeface="+mn-lt"/>
          <a:ea typeface="ＭＳ Ｐゴシック" charset="0"/>
          <a:cs typeface="+mn-cs"/>
        </a:defRPr>
      </a:lvl1pPr>
      <a:lvl2pPr marL="328190" indent="-167025" algn="l" defTabSz="842449" rtl="0" fontAlgn="base">
        <a:lnSpc>
          <a:spcPct val="90000"/>
        </a:lnSpc>
        <a:spcBef>
          <a:spcPct val="0"/>
        </a:spcBef>
        <a:spcAft>
          <a:spcPts val="554"/>
        </a:spcAft>
        <a:buClr>
          <a:srgbClr val="AC2B37"/>
        </a:buClr>
        <a:buFont typeface="Wingdings" charset="0"/>
        <a:buChar char="§"/>
        <a:defRPr kern="1200">
          <a:solidFill>
            <a:srgbClr val="4E4641"/>
          </a:solidFill>
          <a:latin typeface="+mn-lt"/>
          <a:ea typeface="ＭＳ Ｐゴシック" charset="0"/>
          <a:cs typeface="+mn-cs"/>
        </a:defRPr>
      </a:lvl2pPr>
      <a:lvl3pPr marL="495213" indent="-152373" algn="l" defTabSz="842449" rtl="0" fontAlgn="base">
        <a:lnSpc>
          <a:spcPct val="90000"/>
        </a:lnSpc>
        <a:spcBef>
          <a:spcPct val="0"/>
        </a:spcBef>
        <a:spcAft>
          <a:spcPts val="554"/>
        </a:spcAft>
        <a:buClr>
          <a:schemeClr val="accent2"/>
        </a:buClr>
        <a:buFont typeface="Arial" charset="0"/>
        <a:buChar char="•"/>
        <a:defRPr sz="1475" kern="1200">
          <a:solidFill>
            <a:srgbClr val="4E4641"/>
          </a:solidFill>
          <a:latin typeface="+mn-lt"/>
          <a:ea typeface="ＭＳ Ｐゴシック" charset="0"/>
          <a:cs typeface="+mn-cs"/>
        </a:defRPr>
      </a:lvl3pPr>
      <a:lvl4pPr marL="656382" indent="-152373" algn="l" defTabSz="842449" rtl="0" fontAlgn="base">
        <a:lnSpc>
          <a:spcPct val="90000"/>
        </a:lnSpc>
        <a:spcBef>
          <a:spcPct val="0"/>
        </a:spcBef>
        <a:spcAft>
          <a:spcPts val="554"/>
        </a:spcAft>
        <a:buClr>
          <a:schemeClr val="bg2"/>
        </a:buClr>
        <a:buFont typeface="Arial" charset="0"/>
        <a:buChar char="–"/>
        <a:defRPr sz="1292" kern="1200">
          <a:solidFill>
            <a:srgbClr val="4E4641"/>
          </a:solidFill>
          <a:latin typeface="+mn-lt"/>
          <a:ea typeface="ＭＳ Ｐゴシック" charset="0"/>
          <a:cs typeface="+mn-cs"/>
        </a:defRPr>
      </a:lvl4pPr>
      <a:lvl5pPr marL="1484176" indent="-177280" algn="l" defTabSz="842449" rtl="0" fontAlgn="base">
        <a:spcBef>
          <a:spcPct val="0"/>
        </a:spcBef>
        <a:spcAft>
          <a:spcPct val="0"/>
        </a:spcAft>
        <a:buClr>
          <a:srgbClr val="B1B1B1"/>
        </a:buClr>
        <a:buFont typeface="Arial" charset="0"/>
        <a:buChar char="–"/>
        <a:defRPr sz="1568" kern="1200">
          <a:solidFill>
            <a:srgbClr val="494949"/>
          </a:solidFill>
          <a:latin typeface="+mn-lt"/>
          <a:ea typeface="ＭＳ Ｐゴシック" charset="0"/>
          <a:cs typeface="+mn-cs"/>
        </a:defRPr>
      </a:lvl5pPr>
      <a:lvl6pPr marL="2320622" indent="-210965" algn="l" defTabSz="843861" rtl="0" eaLnBrk="1" latinLnBrk="0" hangingPunct="1">
        <a:spcBef>
          <a:spcPct val="20000"/>
        </a:spcBef>
        <a:buFont typeface="Arial" pitchFamily="34" charset="0"/>
        <a:buChar char="•"/>
        <a:defRPr sz="1844" kern="1200">
          <a:solidFill>
            <a:schemeClr val="tx1"/>
          </a:solidFill>
          <a:latin typeface="+mn-lt"/>
          <a:ea typeface="+mn-ea"/>
          <a:cs typeface="+mn-cs"/>
        </a:defRPr>
      </a:lvl6pPr>
      <a:lvl7pPr marL="2742550" indent="-210965" algn="l" defTabSz="843861" rtl="0" eaLnBrk="1" latinLnBrk="0" hangingPunct="1">
        <a:spcBef>
          <a:spcPct val="20000"/>
        </a:spcBef>
        <a:buFont typeface="Arial" pitchFamily="34" charset="0"/>
        <a:buChar char="•"/>
        <a:defRPr sz="1844" kern="1200">
          <a:solidFill>
            <a:schemeClr val="tx1"/>
          </a:solidFill>
          <a:latin typeface="+mn-lt"/>
          <a:ea typeface="+mn-ea"/>
          <a:cs typeface="+mn-cs"/>
        </a:defRPr>
      </a:lvl7pPr>
      <a:lvl8pPr marL="3164482" indent="-210965" algn="l" defTabSz="843861" rtl="0" eaLnBrk="1" latinLnBrk="0" hangingPunct="1">
        <a:spcBef>
          <a:spcPct val="20000"/>
        </a:spcBef>
        <a:buFont typeface="Arial" pitchFamily="34" charset="0"/>
        <a:buChar char="•"/>
        <a:defRPr sz="1844" kern="1200">
          <a:solidFill>
            <a:schemeClr val="tx1"/>
          </a:solidFill>
          <a:latin typeface="+mn-lt"/>
          <a:ea typeface="+mn-ea"/>
          <a:cs typeface="+mn-cs"/>
        </a:defRPr>
      </a:lvl8pPr>
      <a:lvl9pPr marL="3586411" indent="-210965" algn="l" defTabSz="843861" rtl="0" eaLnBrk="1" latinLnBrk="0" hangingPunct="1">
        <a:spcBef>
          <a:spcPct val="20000"/>
        </a:spcBef>
        <a:buFont typeface="Arial" pitchFamily="34" charset="0"/>
        <a:buChar char="•"/>
        <a:defRPr sz="18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4386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1931" algn="l" defTabSz="84386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3861" algn="l" defTabSz="84386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5793" algn="l" defTabSz="84386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7722" algn="l" defTabSz="84386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09654" algn="l" defTabSz="84386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1584" algn="l" defTabSz="84386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3516" algn="l" defTabSz="84386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5448" algn="l" defTabSz="84386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0E59CCF-0537-4218-94CF-36EBC446535E}"/>
              </a:ext>
            </a:extLst>
          </p:cNvPr>
          <p:cNvSpPr txBox="1">
            <a:spLocks/>
          </p:cNvSpPr>
          <p:nvPr/>
        </p:nvSpPr>
        <p:spPr>
          <a:xfrm>
            <a:off x="142861" y="1799766"/>
            <a:ext cx="8693834" cy="5148193"/>
          </a:xfrm>
          <a:prstGeom prst="roundRect">
            <a:avLst>
              <a:gd name="adj" fmla="val 4183"/>
            </a:avLst>
          </a:prstGeom>
          <a:noFill/>
          <a:ln w="76200">
            <a:solidFill>
              <a:schemeClr val="accent5"/>
            </a:solidFill>
            <a:miter lim="800000"/>
            <a:headEnd/>
            <a:tailEnd/>
          </a:ln>
          <a:effectLst/>
        </p:spPr>
        <p:txBody>
          <a:bodyPr lIns="31003" tIns="30514" rIns="31003" bIns="30514" anchor="ctr"/>
          <a:lstStyle/>
          <a:p>
            <a:pPr>
              <a:spcBef>
                <a:spcPts val="186"/>
              </a:spcBef>
              <a:spcAft>
                <a:spcPts val="186"/>
              </a:spcAft>
            </a:pPr>
            <a:endParaRPr lang="en-GB" sz="1013" dirty="0">
              <a:solidFill>
                <a:sysClr val="windowText" lastClr="000000"/>
              </a:solidFill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+mn-lt"/>
                <a:ea typeface="Verdana" panose="020B0604030504040204" pitchFamily="34" charset="0"/>
                <a:cs typeface="Segoe UI" panose="020B0502040204020203" pitchFamily="34" charset="0"/>
              </a:rPr>
              <a:t>Namrata Surana | Sr. Software Engineer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57560" y="1966459"/>
            <a:ext cx="3735265" cy="1063386"/>
          </a:xfrm>
          <a:prstGeom prst="round2DiagRect">
            <a:avLst/>
          </a:prstGeom>
          <a:solidFill>
            <a:schemeClr val="accent5"/>
          </a:solidFill>
          <a:ln w="12700">
            <a:noFill/>
            <a:miter lim="800000"/>
            <a:headEnd/>
            <a:tailEnd/>
          </a:ln>
          <a:effectLst/>
        </p:spPr>
        <p:txBody>
          <a:bodyPr lIns="31003" tIns="30514" rIns="31003" bIns="30514" anchor="ctr"/>
          <a:lstStyle/>
          <a:p>
            <a:pPr indent="1158919" defTabSz="88393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292" b="1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rPr>
              <a:t>Namrata Surana</a:t>
            </a:r>
          </a:p>
          <a:p>
            <a:pPr indent="1158919" defTabSz="88393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292" b="1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rPr>
              <a:t>Sr. Software Engineer</a:t>
            </a:r>
          </a:p>
          <a:p>
            <a:pPr indent="1158919" defTabSz="88393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292" b="1" dirty="0" err="1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rPr>
              <a:t>Mulesoft</a:t>
            </a:r>
            <a:r>
              <a:rPr lang="en-GB" sz="1292" b="1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rPr>
              <a:t> Integration Developer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57560" y="3042533"/>
            <a:ext cx="3736730" cy="1224631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233" rIns="33233"/>
          <a:lstStyle/>
          <a:p>
            <a:pPr defTabSz="883931" fontAlgn="auto">
              <a:spcBef>
                <a:spcPts val="186"/>
              </a:spcBef>
              <a:spcAft>
                <a:spcPts val="186"/>
              </a:spcAft>
              <a:defRPr/>
            </a:pPr>
            <a:r>
              <a:rPr lang="en-GB" sz="1108" b="1" dirty="0">
                <a:solidFill>
                  <a:schemeClr val="accent5">
                    <a:lumMod val="75000"/>
                  </a:schemeClr>
                </a:solidFill>
                <a:ea typeface="Segoe UI" pitchFamily="34" charset="0"/>
                <a:cs typeface="Segoe UI" pitchFamily="34" charset="0"/>
              </a:rPr>
              <a:t>Personal Statement</a:t>
            </a:r>
            <a:endParaRPr lang="en-GB" sz="1013" b="1" i="1" dirty="0">
              <a:solidFill>
                <a:schemeClr val="accent5">
                  <a:lumMod val="75000"/>
                </a:schemeClr>
              </a:solidFill>
              <a:ea typeface="Segoe UI" pitchFamily="34" charset="0"/>
              <a:cs typeface="Segoe UI" pitchFamily="34" charset="0"/>
            </a:endParaRPr>
          </a:p>
          <a:p>
            <a:pPr defTabSz="883931" fontAlgn="auto">
              <a:lnSpc>
                <a:spcPts val="1200"/>
              </a:lnSpc>
              <a:spcBef>
                <a:spcPts val="186"/>
              </a:spcBef>
              <a:spcAft>
                <a:spcPts val="186"/>
              </a:spcAft>
              <a:defRPr/>
            </a:pPr>
            <a:r>
              <a:rPr lang="en-IN" sz="1013" dirty="0">
                <a:solidFill>
                  <a:sysClr val="windowText" lastClr="000000"/>
                </a:solidFill>
                <a:ea typeface="Segoe UI" pitchFamily="34" charset="0"/>
                <a:cs typeface="Segoe UI" pitchFamily="34" charset="0"/>
              </a:rPr>
              <a:t>Passionate solution-driven Software Developer with experience in building consumer-focused online products and services, specializing in designing and implementing data streaming applications. Developed web API's, third-party integrations, and databases. Proficient in using various tools and technologies along with having ability to learn new technical information.	</a:t>
            </a:r>
            <a:r>
              <a:rPr lang="en-IN" sz="1000" dirty="0"/>
              <a:t>o proficient in using various tools and technologies along with having ability to learn new technical information</a:t>
            </a:r>
            <a:r>
              <a:rPr lang="en-IN" sz="1013" dirty="0">
                <a:solidFill>
                  <a:sysClr val="windowText" lastClr="000000"/>
                </a:solidFill>
                <a:ea typeface="Segoe UI" pitchFamily="34" charset="0"/>
                <a:cs typeface="Segoe UI" pitchFamily="34" charset="0"/>
              </a:rPr>
              <a:t> </a:t>
            </a:r>
            <a:r>
              <a:rPr lang="en-IN" sz="1000" dirty="0"/>
              <a:t>proficient in using various tools and technologies along with having ability to learn new technical information.</a:t>
            </a:r>
            <a:endParaRPr lang="en-GB" sz="1013" dirty="0">
              <a:solidFill>
                <a:srgbClr val="000000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20"/>
          <p:cNvSpPr txBox="1">
            <a:spLocks/>
          </p:cNvSpPr>
          <p:nvPr/>
        </p:nvSpPr>
        <p:spPr>
          <a:xfrm>
            <a:off x="4628410" y="6025117"/>
            <a:ext cx="4208285" cy="800142"/>
          </a:xfrm>
          <a:prstGeom prst="rect">
            <a:avLst/>
          </a:prstGeom>
          <a:noFill/>
          <a:ln w="12700">
            <a:noFill/>
          </a:ln>
        </p:spPr>
        <p:txBody>
          <a:bodyPr rIns="0"/>
          <a:lstStyle>
            <a:lvl1pPr marL="0" indent="0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buNone/>
              <a:defRPr sz="1400" b="1">
                <a:solidFill>
                  <a:schemeClr val="accent2"/>
                </a:solidFill>
              </a:defRPr>
            </a:lvl1pPr>
            <a:lvl2pPr marL="363538" indent="-188913">
              <a:lnSpc>
                <a:spcPts val="13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SzPct val="120000"/>
              <a:buFont typeface="Wingdings" pitchFamily="2" charset="2"/>
              <a:buChar char="§"/>
              <a:defRPr sz="1200"/>
            </a:lvl2pPr>
            <a:lvl3pPr>
              <a:spcBef>
                <a:spcPts val="200"/>
              </a:spcBef>
              <a:spcAft>
                <a:spcPts val="200"/>
              </a:spcAft>
              <a:defRPr/>
            </a:lvl3pPr>
            <a:lvl4pPr>
              <a:spcBef>
                <a:spcPts val="200"/>
              </a:spcBef>
              <a:spcAft>
                <a:spcPts val="200"/>
              </a:spcAft>
              <a:defRPr/>
            </a:lvl4pPr>
            <a:lvl5pPr>
              <a:spcBef>
                <a:spcPts val="200"/>
              </a:spcBef>
              <a:spcAft>
                <a:spcPts val="200"/>
              </a:spcAft>
              <a:defRPr/>
            </a:lvl5pPr>
          </a:lstStyle>
          <a:p>
            <a:pPr defTabSz="883931" fontAlgn="auto">
              <a:lnSpc>
                <a:spcPct val="100000"/>
              </a:lnSpc>
              <a:defRPr/>
            </a:pPr>
            <a:r>
              <a:rPr lang="en-GB" sz="1108" dirty="0">
                <a:solidFill>
                  <a:schemeClr val="accent5">
                    <a:lumMod val="75000"/>
                  </a:schemeClr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Professional Qualifications and Certifications</a:t>
            </a:r>
            <a:endParaRPr lang="en-GB" sz="1013" dirty="0">
              <a:solidFill>
                <a:srgbClr val="000000"/>
              </a:solidFill>
              <a:latin typeface="+mn-lt"/>
              <a:cs typeface="Segoe UI" pitchFamily="34" charset="0"/>
            </a:endParaRPr>
          </a:p>
          <a:p>
            <a:pPr marL="164094" lvl="1" indent="-164094" defTabSz="883931" fontAlgn="auto">
              <a:lnSpc>
                <a:spcPts val="924"/>
              </a:lnSpc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tabLst>
                <a:tab pos="747218" algn="l"/>
              </a:tabLst>
              <a:defRPr/>
            </a:pPr>
            <a:r>
              <a:rPr lang="en-IN" sz="1013" dirty="0">
                <a:latin typeface="Segoe UI" panose="020B0502040204020203" pitchFamily="34" charset="0"/>
                <a:cs typeface="Segoe UI" panose="020B0502040204020203" pitchFamily="34" charset="0"/>
              </a:rPr>
              <a:t>MuleSoft Certified Developer Level – 1</a:t>
            </a:r>
          </a:p>
          <a:p>
            <a:pPr marL="164094" lvl="1" indent="-164094" defTabSz="883931" fontAlgn="auto">
              <a:lnSpc>
                <a:spcPts val="924"/>
              </a:lnSpc>
              <a:buClr>
                <a:schemeClr val="accent5">
                  <a:lumMod val="75000"/>
                </a:schemeClr>
              </a:buClr>
              <a:buFont typeface="Arial" panose="020B0604020202020204" pitchFamily="34" charset="0"/>
              <a:buChar char="•"/>
              <a:tabLst>
                <a:tab pos="747218" algn="l"/>
              </a:tabLst>
              <a:defRPr/>
            </a:pPr>
            <a:r>
              <a:rPr lang="en-IN" sz="1013" dirty="0">
                <a:latin typeface="Segoe UI" panose="020B0502040204020203" pitchFamily="34" charset="0"/>
                <a:cs typeface="Segoe UI" panose="020B0502040204020203" pitchFamily="34" charset="0"/>
              </a:rPr>
              <a:t>AWS Cloud Practitioner</a:t>
            </a:r>
            <a:endParaRPr lang="en-GB" sz="1013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97177" y="1968000"/>
            <a:ext cx="3868615" cy="2877888"/>
          </a:xfrm>
          <a:prstGeom prst="rect">
            <a:avLst/>
          </a:prstGeom>
        </p:spPr>
        <p:txBody>
          <a:bodyPr wrap="square" lIns="33233" rIns="33233">
            <a:noAutofit/>
          </a:bodyPr>
          <a:lstStyle/>
          <a:p>
            <a:pPr marL="174352" lvl="1" indent="-174352" defTabSz="883931" fontAlgn="auto">
              <a:spcBef>
                <a:spcPts val="186"/>
              </a:spcBef>
              <a:spcAft>
                <a:spcPts val="186"/>
              </a:spcAft>
              <a:buClr>
                <a:srgbClr val="B69676"/>
              </a:buClr>
              <a:buSzPct val="120000"/>
              <a:defRPr/>
            </a:pPr>
            <a:r>
              <a:rPr lang="en-GB" sz="1108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Expertise and Competencies</a:t>
            </a:r>
            <a:endParaRPr lang="en-GB" sz="1013" b="1" i="1" dirty="0">
              <a:solidFill>
                <a:schemeClr val="accent5">
                  <a:lumMod val="75000"/>
                </a:schemeClr>
              </a:solidFill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158233" lvl="1" indent="-158233">
              <a:spcBef>
                <a:spcPts val="186"/>
              </a:spcBef>
              <a:spcAft>
                <a:spcPts val="186"/>
              </a:spcAft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013" dirty="0">
                <a:solidFill>
                  <a:sysClr val="windowText" lastClr="00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Leveraging 2 years of experience in IT specializing in developing API’s and microservices, designing data streaming applications and integrating solutions using </a:t>
            </a:r>
            <a:r>
              <a:rPr lang="en-IN" sz="1013" dirty="0" err="1">
                <a:solidFill>
                  <a:sysClr val="windowText" lastClr="00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Mulesoft</a:t>
            </a:r>
            <a:r>
              <a:rPr lang="en-IN" sz="1013" dirty="0">
                <a:solidFill>
                  <a:sysClr val="windowText" lastClr="00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158233" lvl="1" indent="-158233">
              <a:spcBef>
                <a:spcPts val="186"/>
              </a:spcBef>
              <a:spcAft>
                <a:spcPts val="186"/>
              </a:spcAft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013" dirty="0">
                <a:solidFill>
                  <a:sysClr val="windowText" lastClr="00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Developed Java based application used for booking flight tickets as a REST API web service, integrated using </a:t>
            </a:r>
            <a:r>
              <a:rPr lang="en-IN" sz="1013" dirty="0" err="1">
                <a:solidFill>
                  <a:sysClr val="windowText" lastClr="00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Anypoint</a:t>
            </a:r>
            <a:r>
              <a:rPr lang="en-IN" sz="1013" dirty="0">
                <a:solidFill>
                  <a:sysClr val="windowText" lastClr="00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 Studio, deployed on </a:t>
            </a:r>
            <a:r>
              <a:rPr lang="en-IN" sz="1013" dirty="0" err="1">
                <a:solidFill>
                  <a:sysClr val="windowText" lastClr="00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CloudHub</a:t>
            </a:r>
            <a:r>
              <a:rPr lang="en-IN" sz="1013" dirty="0">
                <a:solidFill>
                  <a:sysClr val="windowText" lastClr="00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, published as a public asset on </a:t>
            </a:r>
            <a:r>
              <a:rPr lang="en-IN" sz="1013" dirty="0" err="1">
                <a:solidFill>
                  <a:sysClr val="windowText" lastClr="00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Anypoint</a:t>
            </a:r>
            <a:r>
              <a:rPr lang="en-IN" sz="1013" dirty="0">
                <a:solidFill>
                  <a:sysClr val="windowText" lastClr="00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 Exchange.</a:t>
            </a:r>
          </a:p>
          <a:p>
            <a:pPr marL="158233" lvl="1" indent="-158233">
              <a:spcBef>
                <a:spcPts val="186"/>
              </a:spcBef>
              <a:spcAft>
                <a:spcPts val="186"/>
              </a:spcAft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013" dirty="0">
                <a:solidFill>
                  <a:sysClr val="windowText" lastClr="00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Used API-led connectivity to connect data to application through reusable and purposeful APIs while considering data and API security.</a:t>
            </a:r>
          </a:p>
          <a:p>
            <a:pPr marL="171450" lvl="1" indent="-158400">
              <a:lnSpc>
                <a:spcPts val="1108"/>
              </a:lnSpc>
              <a:spcBef>
                <a:spcPts val="186"/>
              </a:spcBef>
              <a:spcAft>
                <a:spcPts val="186"/>
              </a:spcAft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013" dirty="0">
                <a:solidFill>
                  <a:sysClr val="windowText" lastClr="00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Involve in requirement gathering design and develop of API              </a:t>
            </a:r>
          </a:p>
          <a:p>
            <a:pPr marL="0" lvl="1" indent="-158400">
              <a:lnSpc>
                <a:spcPts val="1108"/>
              </a:lnSpc>
              <a:spcBef>
                <a:spcPts val="186"/>
              </a:spcBef>
              <a:spcAft>
                <a:spcPts val="186"/>
              </a:spcAft>
              <a:buClr>
                <a:schemeClr val="accent5">
                  <a:lumMod val="75000"/>
                </a:schemeClr>
              </a:buClr>
              <a:buSzPct val="120000"/>
            </a:pPr>
            <a:r>
              <a:rPr lang="en-IN" sz="1013" dirty="0">
                <a:solidFill>
                  <a:sysClr val="windowText" lastClr="00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     specifications for REST based services. Developing end to end </a:t>
            </a:r>
          </a:p>
          <a:p>
            <a:pPr marL="0" lvl="1" indent="-158400">
              <a:lnSpc>
                <a:spcPts val="1108"/>
              </a:lnSpc>
              <a:spcBef>
                <a:spcPts val="186"/>
              </a:spcBef>
              <a:spcAft>
                <a:spcPts val="186"/>
              </a:spcAft>
              <a:buClr>
                <a:schemeClr val="accent5">
                  <a:lumMod val="75000"/>
                </a:schemeClr>
              </a:buClr>
              <a:buSzPct val="120000"/>
            </a:pPr>
            <a:r>
              <a:rPr lang="en-IN" sz="1013" dirty="0">
                <a:solidFill>
                  <a:sysClr val="windowText" lastClr="00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     API starting with design API specification(RAML) to the        </a:t>
            </a:r>
          </a:p>
          <a:p>
            <a:pPr marL="0" lvl="1" indent="-158400">
              <a:lnSpc>
                <a:spcPts val="1108"/>
              </a:lnSpc>
              <a:spcBef>
                <a:spcPts val="186"/>
              </a:spcBef>
              <a:spcAft>
                <a:spcPts val="186"/>
              </a:spcAft>
              <a:buClr>
                <a:schemeClr val="accent5">
                  <a:lumMod val="75000"/>
                </a:schemeClr>
              </a:buClr>
              <a:buSzPct val="120000"/>
            </a:pPr>
            <a:r>
              <a:rPr lang="en-IN" sz="1013" dirty="0">
                <a:solidFill>
                  <a:sysClr val="windowText" lastClr="00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     implementation of API.</a:t>
            </a:r>
          </a:p>
          <a:p>
            <a:pPr marL="158233" lvl="1" indent="-158233">
              <a:lnSpc>
                <a:spcPts val="1108"/>
              </a:lnSpc>
              <a:spcBef>
                <a:spcPts val="186"/>
              </a:spcBef>
              <a:spcAft>
                <a:spcPts val="186"/>
              </a:spcAft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013" dirty="0">
                <a:solidFill>
                  <a:sysClr val="windowText" lastClr="00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Worked with Jira, Confluence, Bitbucket, Jenkins for better development work flow. Involved in Project Planning, Coding standards, Creation of Test scenarios.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E56DA6-3951-41E5-975D-743D10F6C995}"/>
              </a:ext>
            </a:extLst>
          </p:cNvPr>
          <p:cNvSpPr>
            <a:spLocks noChangeAspect="1"/>
          </p:cNvSpPr>
          <p:nvPr/>
        </p:nvSpPr>
        <p:spPr>
          <a:xfrm>
            <a:off x="603982" y="1966459"/>
            <a:ext cx="863999" cy="10633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13" dirty="0" err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7030" y="4531189"/>
            <a:ext cx="1656449" cy="1493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86"/>
              </a:spcBef>
              <a:spcAft>
                <a:spcPts val="186"/>
              </a:spcAft>
            </a:pPr>
            <a:r>
              <a:rPr lang="en-GB" sz="1108" b="1" dirty="0">
                <a:solidFill>
                  <a:schemeClr val="accent5">
                    <a:lumMod val="75000"/>
                  </a:schemeClr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Primary Skill Set</a:t>
            </a:r>
          </a:p>
          <a:p>
            <a:pPr marL="158233" lvl="1" indent="-158233">
              <a:lnSpc>
                <a:spcPts val="1108"/>
              </a:lnSpc>
              <a:spcBef>
                <a:spcPts val="186"/>
              </a:spcBef>
              <a:spcAft>
                <a:spcPts val="186"/>
              </a:spcAft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013" dirty="0" err="1"/>
              <a:t>Mulesoft</a:t>
            </a:r>
            <a:r>
              <a:rPr lang="en-IN" sz="1013" dirty="0"/>
              <a:t> </a:t>
            </a:r>
            <a:r>
              <a:rPr lang="en-IN" sz="1013" dirty="0" err="1"/>
              <a:t>Anypoint</a:t>
            </a:r>
            <a:r>
              <a:rPr lang="en-IN" sz="1013" dirty="0"/>
              <a:t> Platform </a:t>
            </a:r>
          </a:p>
          <a:p>
            <a:pPr marL="158233" lvl="1" indent="-158233">
              <a:lnSpc>
                <a:spcPts val="1108"/>
              </a:lnSpc>
              <a:spcBef>
                <a:spcPts val="186"/>
              </a:spcBef>
              <a:spcAft>
                <a:spcPts val="186"/>
              </a:spcAft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013" dirty="0" err="1"/>
              <a:t>Mulesoft</a:t>
            </a:r>
            <a:r>
              <a:rPr lang="en-IN" sz="1013" dirty="0"/>
              <a:t> </a:t>
            </a:r>
            <a:r>
              <a:rPr lang="en-IN" sz="1013" dirty="0" err="1"/>
              <a:t>Anypoint</a:t>
            </a:r>
            <a:r>
              <a:rPr lang="en-IN" sz="1013" dirty="0"/>
              <a:t> Studio</a:t>
            </a:r>
          </a:p>
          <a:p>
            <a:pPr marL="158233" lvl="1" indent="-158233">
              <a:lnSpc>
                <a:spcPts val="1108"/>
              </a:lnSpc>
              <a:spcBef>
                <a:spcPts val="186"/>
              </a:spcBef>
              <a:spcAft>
                <a:spcPts val="186"/>
              </a:spcAft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013" dirty="0"/>
              <a:t>RAML 1.0</a:t>
            </a:r>
          </a:p>
          <a:p>
            <a:pPr marL="158233" lvl="1" indent="-158233">
              <a:lnSpc>
                <a:spcPts val="1108"/>
              </a:lnSpc>
              <a:spcBef>
                <a:spcPts val="186"/>
              </a:spcBef>
              <a:spcAft>
                <a:spcPts val="186"/>
              </a:spcAft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013" dirty="0" err="1"/>
              <a:t>Datawave</a:t>
            </a:r>
            <a:r>
              <a:rPr lang="en-IN" sz="1013" dirty="0"/>
              <a:t> 2.0</a:t>
            </a:r>
          </a:p>
          <a:p>
            <a:pPr marL="0" lvl="1" indent="0">
              <a:lnSpc>
                <a:spcPts val="1108"/>
              </a:lnSpc>
              <a:spcBef>
                <a:spcPts val="186"/>
              </a:spcBef>
              <a:spcAft>
                <a:spcPts val="186"/>
              </a:spcAft>
              <a:buClr>
                <a:schemeClr val="accent5">
                  <a:lumMod val="75000"/>
                </a:schemeClr>
              </a:buClr>
              <a:buSzPct val="120000"/>
            </a:pPr>
            <a:endParaRPr lang="en-IN" sz="1013" dirty="0"/>
          </a:p>
        </p:txBody>
      </p:sp>
      <p:sp>
        <p:nvSpPr>
          <p:cNvPr id="13" name="TextBox 12"/>
          <p:cNvSpPr txBox="1"/>
          <p:nvPr/>
        </p:nvSpPr>
        <p:spPr>
          <a:xfrm>
            <a:off x="2225192" y="4531188"/>
            <a:ext cx="1897380" cy="1609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86"/>
              </a:spcBef>
              <a:spcAft>
                <a:spcPts val="186"/>
              </a:spcAft>
            </a:pPr>
            <a:r>
              <a:rPr lang="en-GB" sz="1108" b="1" dirty="0">
                <a:solidFill>
                  <a:schemeClr val="accent5">
                    <a:lumMod val="75000"/>
                  </a:schemeClr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Secondary Skill Set</a:t>
            </a:r>
          </a:p>
          <a:p>
            <a:pPr marL="158233" lvl="1" indent="-158233">
              <a:lnSpc>
                <a:spcPts val="1108"/>
              </a:lnSpc>
              <a:spcBef>
                <a:spcPts val="186"/>
              </a:spcBef>
              <a:spcAft>
                <a:spcPts val="186"/>
              </a:spcAft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013" dirty="0"/>
              <a:t>Java, Spring Boot</a:t>
            </a:r>
          </a:p>
          <a:p>
            <a:pPr marL="158233" lvl="1" indent="-158233">
              <a:lnSpc>
                <a:spcPts val="1108"/>
              </a:lnSpc>
              <a:spcBef>
                <a:spcPts val="186"/>
              </a:spcBef>
              <a:spcAft>
                <a:spcPts val="186"/>
              </a:spcAft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013" dirty="0"/>
              <a:t>REST, Microservices</a:t>
            </a:r>
          </a:p>
          <a:p>
            <a:pPr marL="158233" lvl="1" indent="-158233">
              <a:lnSpc>
                <a:spcPts val="1108"/>
              </a:lnSpc>
              <a:spcBef>
                <a:spcPts val="186"/>
              </a:spcBef>
              <a:spcAft>
                <a:spcPts val="186"/>
              </a:spcAft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013" dirty="0"/>
              <a:t>Kafka</a:t>
            </a:r>
          </a:p>
          <a:p>
            <a:pPr marL="158233" lvl="1" indent="-158233">
              <a:lnSpc>
                <a:spcPts val="1108"/>
              </a:lnSpc>
              <a:spcBef>
                <a:spcPts val="186"/>
              </a:spcBef>
              <a:spcAft>
                <a:spcPts val="186"/>
              </a:spcAft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013" dirty="0"/>
              <a:t>SQL, Oracle</a:t>
            </a:r>
          </a:p>
          <a:p>
            <a:pPr marL="158233" lvl="1" indent="-158233">
              <a:lnSpc>
                <a:spcPts val="1108"/>
              </a:lnSpc>
              <a:spcBef>
                <a:spcPts val="186"/>
              </a:spcBef>
              <a:spcAft>
                <a:spcPts val="186"/>
              </a:spcAft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013" dirty="0"/>
              <a:t>Bitbucket</a:t>
            </a:r>
          </a:p>
          <a:p>
            <a:pPr marL="158233" lvl="1" indent="-158233">
              <a:lnSpc>
                <a:spcPts val="1108"/>
              </a:lnSpc>
              <a:spcBef>
                <a:spcPts val="186"/>
              </a:spcBef>
              <a:spcAft>
                <a:spcPts val="186"/>
              </a:spcAft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013" dirty="0"/>
              <a:t>DSA</a:t>
            </a:r>
          </a:p>
          <a:p>
            <a:pPr marL="158233" lvl="1" indent="-158233">
              <a:lnSpc>
                <a:spcPts val="1108"/>
              </a:lnSpc>
              <a:spcBef>
                <a:spcPts val="186"/>
              </a:spcBef>
              <a:spcAft>
                <a:spcPts val="186"/>
              </a:spcAft>
              <a:buClr>
                <a:schemeClr val="accent5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en-IN" sz="1013" dirty="0"/>
              <a:t>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0991" y="5146313"/>
            <a:ext cx="4150801" cy="75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86"/>
              </a:spcBef>
              <a:spcAft>
                <a:spcPts val="186"/>
              </a:spcAft>
            </a:pPr>
            <a:r>
              <a:rPr lang="en-GB" sz="1108" b="1" dirty="0">
                <a:solidFill>
                  <a:schemeClr val="accent5">
                    <a:lumMod val="75000"/>
                  </a:schemeClr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Tools</a:t>
            </a:r>
          </a:p>
          <a:p>
            <a:r>
              <a:rPr lang="en-IN" sz="1013" dirty="0" err="1"/>
              <a:t>Mulesoft</a:t>
            </a:r>
            <a:r>
              <a:rPr lang="en-IN" sz="1013" dirty="0"/>
              <a:t> </a:t>
            </a:r>
            <a:r>
              <a:rPr lang="en-IN" sz="1013" dirty="0" err="1"/>
              <a:t>Anypoint</a:t>
            </a:r>
            <a:r>
              <a:rPr lang="en-IN" sz="1013" dirty="0"/>
              <a:t> Platform </a:t>
            </a:r>
            <a:r>
              <a:rPr lang="en-IN" sz="1013" dirty="0">
                <a:solidFill>
                  <a:sysClr val="windowText" lastClr="000000"/>
                </a:solidFill>
                <a:latin typeface="+mn-lt"/>
                <a:ea typeface="Segoe UI" pitchFamily="34" charset="0"/>
                <a:cs typeface="Segoe UI" pitchFamily="34" charset="0"/>
              </a:rPr>
              <a:t>| </a:t>
            </a:r>
            <a:r>
              <a:rPr lang="en-IN" sz="1013" dirty="0" err="1"/>
              <a:t>Mulesoft</a:t>
            </a:r>
            <a:r>
              <a:rPr lang="en-IN" sz="1013" dirty="0"/>
              <a:t> </a:t>
            </a:r>
            <a:r>
              <a:rPr lang="en-IN" sz="1013" dirty="0" err="1"/>
              <a:t>Anypoint</a:t>
            </a:r>
            <a:r>
              <a:rPr lang="en-IN" sz="1013" dirty="0"/>
              <a:t> Studio</a:t>
            </a:r>
            <a:r>
              <a:rPr lang="en-IN" sz="1013" dirty="0">
                <a:solidFill>
                  <a:sysClr val="windowText" lastClr="000000"/>
                </a:solidFill>
                <a:latin typeface="+mn-lt"/>
                <a:ea typeface="Segoe UI" pitchFamily="34" charset="0"/>
                <a:cs typeface="Segoe UI" pitchFamily="34" charset="0"/>
              </a:rPr>
              <a:t> | Postman | Jira | Git | </a:t>
            </a:r>
            <a:r>
              <a:rPr lang="en-IN" sz="1013" dirty="0" err="1">
                <a:solidFill>
                  <a:sysClr val="windowText" lastClr="000000"/>
                </a:solidFill>
                <a:latin typeface="+mn-lt"/>
                <a:ea typeface="Segoe UI" pitchFamily="34" charset="0"/>
                <a:cs typeface="Segoe UI" pitchFamily="34" charset="0"/>
              </a:rPr>
              <a:t>Github</a:t>
            </a:r>
            <a:r>
              <a:rPr lang="en-IN" sz="1013" dirty="0">
                <a:solidFill>
                  <a:sysClr val="windowText" lastClr="000000"/>
                </a:solidFill>
                <a:latin typeface="+mn-lt"/>
                <a:ea typeface="Segoe UI" pitchFamily="34" charset="0"/>
                <a:cs typeface="Segoe UI" pitchFamily="34" charset="0"/>
              </a:rPr>
              <a:t> | Maven | Gradle | Swagger | Bitbucket  | </a:t>
            </a:r>
            <a:r>
              <a:rPr lang="en-IN" sz="1013" dirty="0" err="1">
                <a:solidFill>
                  <a:sysClr val="windowText" lastClr="000000"/>
                </a:solidFill>
                <a:latin typeface="+mn-lt"/>
                <a:ea typeface="Segoe UI" pitchFamily="34" charset="0"/>
                <a:cs typeface="Segoe UI" pitchFamily="34" charset="0"/>
              </a:rPr>
              <a:t>Intellij</a:t>
            </a:r>
            <a:r>
              <a:rPr lang="en-IN" sz="1013" dirty="0">
                <a:solidFill>
                  <a:sysClr val="windowText" lastClr="000000"/>
                </a:solidFill>
                <a:latin typeface="+mn-lt"/>
                <a:ea typeface="Segoe UI" pitchFamily="34" charset="0"/>
                <a:cs typeface="Segoe UI" pitchFamily="34" charset="0"/>
              </a:rPr>
              <a:t> | Eclipse| STS</a:t>
            </a:r>
            <a:endParaRPr lang="en-GB" sz="1013" dirty="0">
              <a:solidFill>
                <a:sysClr val="windowText" lastClr="000000"/>
              </a:solidFill>
              <a:latin typeface="+mn-lt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 descr="A person with long hair wearing a white hoodie&#10;&#10;Description automatically generated">
            <a:extLst>
              <a:ext uri="{FF2B5EF4-FFF2-40B4-BE49-F238E27FC236}">
                <a16:creationId xmlns:a16="http://schemas.microsoft.com/office/drawing/2014/main" id="{06869F5A-0699-A37C-7AD0-3F9A66F37B9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82" y="1966458"/>
            <a:ext cx="864000" cy="106338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&gt;&lt;version val=&quot;17192&quot;/&gt;&lt;partner val=&quot;610&quot;/&gt;&lt;CPresentation id=&quot;1&quot;&gt;&lt;m_defprecNumber idref=&quot;2&quot;/&gt;&lt;m_defprecPercent idref=&quot;3&quot;/&gt;&lt;m_defprecDate idref=&quot;4&quot;/&gt;&lt;m_defprecYear idref=&quot;5&quot;/&gt;&lt;m_defprecQuarter idref=&quot;6&quot;/&gt;&lt;m_defprecMonth idref=&quot;7&quot;/&gt;&lt;m_defprecWeek idref=&quot;8&quot;/&gt;&lt;m_defprecDay idref=&quot;9&quot;/&gt;&lt;m_eweekdayFirstOfWeek val=&quot;2&quot;/&gt;&lt;m_mruColor&gt;&lt;m_vecMRU length=&quot;0&quot;/&gt;&lt;/m_mruColor&gt;&lt;/CPresentation&gt;&lt;CDefaultPrec id=&quot;9&quot;&gt;&lt;m_precDefault/&gt;&lt;/CDefaultPrec&gt;&lt;CDefaultPrec id=&quot;8&quot;&gt;&lt;m_precDefault/&gt;&lt;/CDefaultPrec&gt;&lt;CDefaultPrec id=&quot;7&quot;&gt;&lt;m_precDefault/&gt;&lt;/CDefaultPrec&gt;&lt;CDefaultPrec id=&quot;6&quot;&gt;&lt;m_precDefault/&gt;&lt;/CDefaultPrec&gt;&lt;CDefaultPrec id=&quot;5&quot;&gt;&lt;m_precDefault/&gt;&lt;/CDefaultPrec&gt;&lt;CDefaultPrec id=&quot;4&quot;&gt;&lt;m_precDefault/&gt;&lt;/CDefaultPrec&gt;&lt;CDefaultPrec id=&quot;3&quot;&gt;&lt;m_precDefault/&gt;&lt;/CDefaultPrec&gt;&lt;CDefaultPrec id=&quot;2&quot;&gt;&lt;m_precDefault&gt;&lt;m_chDecimalSymbol&gt;,&lt;/m_chDecimalSymbol&gt;&lt;m_nGroupingDigits val=&quot;3&quot;/&gt;&lt;m_chGroupingSymbol&gt;.&lt;/m_chGroupingSymbol&gt;&lt;/m_precDefault&gt;&lt;/CDefaultPrec&gt;&lt;/root&gt;"/>
  <p:tag name="THINKCELLUNDODONOTDELETE" val="6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8VTg_P6rkuq_fbZG2oYX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HldxlhBv0miWYXN6H8BT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Y4oecJCE2aPB.u6loWP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xI4A68crEiZSNCDbGy9g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Y4oecJCE2aPB.u6loWP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Y4oecJCE2aPB.u6loWP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xI4A68crEiZSNCDbGy9g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pt_Template_Capgemini">
  <a:themeElements>
    <a:clrScheme name="Capgemini colors">
      <a:dk1>
        <a:srgbClr val="263147"/>
      </a:dk1>
      <a:lt1>
        <a:sysClr val="window" lastClr="FFFFFF"/>
      </a:lt1>
      <a:dk2>
        <a:srgbClr val="998C85"/>
      </a:dk2>
      <a:lt2>
        <a:srgbClr val="909090"/>
      </a:lt2>
      <a:accent1>
        <a:srgbClr val="FFBC1D"/>
      </a:accent1>
      <a:accent2>
        <a:srgbClr val="E47E1A"/>
      </a:accent2>
      <a:accent3>
        <a:srgbClr val="AC2B37"/>
      </a:accent3>
      <a:accent4>
        <a:srgbClr val="762C7C"/>
      </a:accent4>
      <a:accent5>
        <a:srgbClr val="0098C7"/>
      </a:accent5>
      <a:accent6>
        <a:srgbClr val="B7BE16"/>
      </a:accent6>
      <a:hlink>
        <a:srgbClr val="A2BFAF"/>
      </a:hlink>
      <a:folHlink>
        <a:srgbClr val="AF1C63"/>
      </a:folHlink>
    </a:clrScheme>
    <a:fontScheme name="Capgemini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tx2"/>
          </a:solidFill>
        </a:ln>
      </a:spPr>
      <a:bodyPr rtlCol="0" anchor="ctr"/>
      <a:lstStyle>
        <a:defPPr algn="ctr">
          <a:defRPr sz="2400" dirty="0" err="1" smtClean="0">
            <a:solidFill>
              <a:schemeClr val="tx2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err="1" smtClean="0">
            <a:solidFill>
              <a:schemeClr val="tx2">
                <a:lumMod val="50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9D19EE64FE294396DCCADCA43770EC" ma:contentTypeVersion="13" ma:contentTypeDescription="Create a new document." ma:contentTypeScope="" ma:versionID="646ea0e31fe72de543f1ebba2688bbd4">
  <xsd:schema xmlns:xsd="http://www.w3.org/2001/XMLSchema" xmlns:xs="http://www.w3.org/2001/XMLSchema" xmlns:p="http://schemas.microsoft.com/office/2006/metadata/properties" xmlns:ns3="1702be15-b121-40b4-bf47-dfbba5dba2ff" xmlns:ns4="4f42539b-096c-4bb5-85f1-44aa206e8058" targetNamespace="http://schemas.microsoft.com/office/2006/metadata/properties" ma:root="true" ma:fieldsID="b9607f012555f3bf4281f82a946b3d30" ns3:_="" ns4:_="">
    <xsd:import namespace="1702be15-b121-40b4-bf47-dfbba5dba2ff"/>
    <xsd:import namespace="4f42539b-096c-4bb5-85f1-44aa206e805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02be15-b121-40b4-bf47-dfbba5dba2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42539b-096c-4bb5-85f1-44aa206e8058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C64244-48DC-4848-B098-809D26CC65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02be15-b121-40b4-bf47-dfbba5dba2ff"/>
    <ds:schemaRef ds:uri="4f42539b-096c-4bb5-85f1-44aa206e80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11DAC67-A78A-47BB-93D5-D1E090534258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4f42539b-096c-4bb5-85f1-44aa206e8058"/>
    <ds:schemaRef ds:uri="http://purl.org/dc/elements/1.1/"/>
    <ds:schemaRef ds:uri="http://schemas.microsoft.com/office/2006/metadata/properties"/>
    <ds:schemaRef ds:uri="http://schemas.microsoft.com/office/infopath/2007/PartnerControls"/>
    <ds:schemaRef ds:uri="1702be15-b121-40b4-bf47-dfbba5dba2ff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7E5C4DA-1BC3-412D-943B-30291C7FFD9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ppt_Template_Capgemini</Template>
  <TotalTime>826</TotalTime>
  <Words>322</Words>
  <Application>Microsoft Office PowerPoint</Application>
  <PresentationFormat>Custom</PresentationFormat>
  <Paragraphs>33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Wingdings</vt:lpstr>
      <vt:lpstr>ppt_Template_Capgemini</vt:lpstr>
      <vt:lpstr>think-cell Slide</vt:lpstr>
      <vt:lpstr>Namrata Surana | Sr. Software Engineer</vt:lpstr>
    </vt:vector>
  </TitlesOfParts>
  <Company>Capgemini India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kfellows</dc:creator>
  <cp:lastModifiedBy>Surana, Namrata</cp:lastModifiedBy>
  <cp:revision>45</cp:revision>
  <dcterms:created xsi:type="dcterms:W3CDTF">2012-12-14T13:52:26Z</dcterms:created>
  <dcterms:modified xsi:type="dcterms:W3CDTF">2024-05-27T07:16:06Z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0x010100E39D19EE64FE294396DCCADCA43770EC</vt:lpwstr>
  </property>
</Properties>
</file>